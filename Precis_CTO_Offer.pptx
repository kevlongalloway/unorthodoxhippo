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Literary Social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011680" cy="1371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Here’s what I’ve built. Here’s what it needs.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 about building it together.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5125212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30-Second Version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has 150M+ users and hasn’t shipped a real feature since Amazon bought it in 2013. Fable raised $28.8M, never turned a profit, and sold to Scribd last year. StoryGraph is indie but has no monetization play.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is the premium literary social platform — think "if Letterboxd and Substack had a baby, but for books." No ads, ever. Twelve revenue channels. Privacy-first. And I’ve already built the entire frontend.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1554480" cy="11430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12,097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76272" y="2606040"/>
            <a:ext cx="1554480" cy="11430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76272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267712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95344" y="2606040"/>
            <a:ext cx="1554480" cy="11430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95344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986784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14416" y="2606040"/>
            <a:ext cx="1554480" cy="11430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14416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705856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33488" y="2606040"/>
            <a:ext cx="1554480" cy="11430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33488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424928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not a mockup. It’s not a Figma file. It’s 19 working React screens with a shared theme system, navigation, and deep linking.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Flow — Acquisition to Onboarding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1828800" cy="141732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1828800" cy="237744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" y="102412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02412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9" name="Shape 6"/>
          <p:cNvSpPr/>
          <p:nvPr/>
        </p:nvSpPr>
        <p:spPr>
          <a:xfrm>
            <a:off x="676656" y="102412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12344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8912" y="1472184"/>
            <a:ext cx="16824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value prop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→ Waitlist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precis-landing.jsx (190L)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14600" y="960120"/>
            <a:ext cx="1828800" cy="141732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960120"/>
            <a:ext cx="1828800" cy="237744"/>
          </a:xfrm>
          <a:prstGeom prst="rect">
            <a:avLst/>
          </a:prstGeom>
          <a:solidFill>
            <a:srgbClr val="C47232"/>
          </a:solidFill>
          <a:ln/>
        </p:spPr>
      </p:sp>
      <p:sp>
        <p:nvSpPr>
          <p:cNvPr id="14" name="Shape 11"/>
          <p:cNvSpPr/>
          <p:nvPr/>
        </p:nvSpPr>
        <p:spPr>
          <a:xfrm>
            <a:off x="2587752" y="102412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15" name="Shape 12"/>
          <p:cNvSpPr/>
          <p:nvPr/>
        </p:nvSpPr>
        <p:spPr>
          <a:xfrm>
            <a:off x="2706624" y="102412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6" name="Shape 13"/>
          <p:cNvSpPr/>
          <p:nvPr/>
        </p:nvSpPr>
        <p:spPr>
          <a:xfrm>
            <a:off x="2825496" y="102412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7" name="Text 14"/>
          <p:cNvSpPr/>
          <p:nvPr/>
        </p:nvSpPr>
        <p:spPr>
          <a:xfrm>
            <a:off x="2587752" y="12344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Waitlist v3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87752" y="1472184"/>
            <a:ext cx="16824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Invite-code scarcity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 hooks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card generation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precis-waitlist-v3.jsx (368L)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63440" y="960120"/>
            <a:ext cx="2011680" cy="141732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960120"/>
            <a:ext cx="2011680" cy="23774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1" name="Shape 18"/>
          <p:cNvSpPr/>
          <p:nvPr/>
        </p:nvSpPr>
        <p:spPr>
          <a:xfrm>
            <a:off x="4736592" y="102412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4855464" y="102412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3" name="Shape 20"/>
          <p:cNvSpPr/>
          <p:nvPr/>
        </p:nvSpPr>
        <p:spPr>
          <a:xfrm>
            <a:off x="4974336" y="102412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4" name="Text 21"/>
          <p:cNvSpPr/>
          <p:nvPr/>
        </p:nvSpPr>
        <p:spPr>
          <a:xfrm>
            <a:off x="4736592" y="12344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v10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36592" y="1472184"/>
            <a:ext cx="18653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 → Goodreads import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compass quiz (6Q)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Lens assignment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follow suggestions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precis-onboarding-v10.jsx (476L)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995160" y="960120"/>
            <a:ext cx="1783080" cy="141732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95160" y="960120"/>
            <a:ext cx="1783080" cy="23774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8" name="Shape 25"/>
          <p:cNvSpPr/>
          <p:nvPr/>
        </p:nvSpPr>
        <p:spPr>
          <a:xfrm>
            <a:off x="7068312" y="102412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29" name="Shape 26"/>
          <p:cNvSpPr/>
          <p:nvPr/>
        </p:nvSpPr>
        <p:spPr>
          <a:xfrm>
            <a:off x="7187184" y="102412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30" name="Shape 27"/>
          <p:cNvSpPr/>
          <p:nvPr/>
        </p:nvSpPr>
        <p:spPr>
          <a:xfrm>
            <a:off x="7306056" y="102412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31" name="Text 28"/>
          <p:cNvSpPr/>
          <p:nvPr/>
        </p:nvSpPr>
        <p:spPr>
          <a:xfrm>
            <a:off x="7068312" y="12344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Feed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068312" y="1472184"/>
            <a:ext cx="1636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personalized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session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Graph seeds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data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5760" y="2697480"/>
            <a:ext cx="8412480" cy="164592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working here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" y="30175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isn’t a form — it’s a 6-question literary personality quiz that assigns a Reader Lens (Analyst, Wanderer, Mirror, etc.). This feeds the Taste Graph from minute one.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CSV import is wired in. Users bring their reading history. Every competitor that won shipped this on day one.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waitlist uses invite-code scarcity — curated access aligns with the brand’s elevated positioning.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Loop — Discover, Read, React, Share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2194560" cy="16002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2194560" cy="23774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Shape 4"/>
          <p:cNvSpPr/>
          <p:nvPr/>
        </p:nvSpPr>
        <p:spPr>
          <a:xfrm>
            <a:off x="347472" y="93268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8" name="Shape 5"/>
          <p:cNvSpPr/>
          <p:nvPr/>
        </p:nvSpPr>
        <p:spPr>
          <a:xfrm>
            <a:off x="466344" y="93268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9" name="Shape 6"/>
          <p:cNvSpPr/>
          <p:nvPr/>
        </p:nvSpPr>
        <p:spPr>
          <a:xfrm>
            <a:off x="585216" y="93268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114300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v8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7472" y="1380744"/>
            <a:ext cx="2048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filters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Lens badges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Cross-book spoiler warnings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Reading carousel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comment preview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precis-feed-v8.jsx (794L)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606040" y="868680"/>
            <a:ext cx="2194560" cy="16002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868680"/>
            <a:ext cx="2194560" cy="237744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14" name="Shape 11"/>
          <p:cNvSpPr/>
          <p:nvPr/>
        </p:nvSpPr>
        <p:spPr>
          <a:xfrm>
            <a:off x="2679192" y="93268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15" name="Shape 12"/>
          <p:cNvSpPr/>
          <p:nvPr/>
        </p:nvSpPr>
        <p:spPr>
          <a:xfrm>
            <a:off x="2798064" y="93268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6" name="Shape 13"/>
          <p:cNvSpPr/>
          <p:nvPr/>
        </p:nvSpPr>
        <p:spPr>
          <a:xfrm>
            <a:off x="2916936" y="93268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7" name="Text 14"/>
          <p:cNvSpPr/>
          <p:nvPr/>
        </p:nvSpPr>
        <p:spPr>
          <a:xfrm>
            <a:off x="2679192" y="114300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679192" y="1380744"/>
            <a:ext cx="2048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Taste Map (SVG)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constellation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books + readers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precis-explore.jsx (545L)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937760" y="868680"/>
            <a:ext cx="3840480" cy="16002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868680"/>
            <a:ext cx="3840480" cy="23774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1" name="Shape 18"/>
          <p:cNvSpPr/>
          <p:nvPr/>
        </p:nvSpPr>
        <p:spPr>
          <a:xfrm>
            <a:off x="5010912" y="93268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5129784" y="93268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3" name="Shape 20"/>
          <p:cNvSpPr/>
          <p:nvPr/>
        </p:nvSpPr>
        <p:spPr>
          <a:xfrm>
            <a:off x="5248656" y="93268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4" name="Text 21"/>
          <p:cNvSpPr/>
          <p:nvPr/>
        </p:nvSpPr>
        <p:spPr>
          <a:xfrm>
            <a:off x="5010912" y="114300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Detail + Community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10912" y="1380744"/>
            <a:ext cx="36941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metadata (OpenLibrary)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stats · 3 tabs: Overview / Community / Reviews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 + content rating (G/T/M) · Waypoints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precis-book-detail.jsx (238L) + precis-book-community-v4.jsx (568L)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74320" y="2788920"/>
            <a:ext cx="2926080" cy="141732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2788920"/>
            <a:ext cx="2926080" cy="237744"/>
          </a:xfrm>
          <a:prstGeom prst="rect">
            <a:avLst/>
          </a:prstGeom>
          <a:solidFill>
            <a:srgbClr val="C47232"/>
          </a:solidFill>
          <a:ln/>
        </p:spPr>
      </p:sp>
      <p:sp>
        <p:nvSpPr>
          <p:cNvPr id="28" name="Shape 25"/>
          <p:cNvSpPr/>
          <p:nvPr/>
        </p:nvSpPr>
        <p:spPr>
          <a:xfrm>
            <a:off x="347472" y="2852928"/>
            <a:ext cx="91440" cy="91440"/>
          </a:xfrm>
          <a:prstGeom prst="ellipse">
            <a:avLst/>
          </a:prstGeom>
          <a:solidFill>
            <a:srgbClr val="C45A4A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" y="2852928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30" name="Shape 27"/>
          <p:cNvSpPr/>
          <p:nvPr/>
        </p:nvSpPr>
        <p:spPr>
          <a:xfrm>
            <a:off x="585216" y="2852928"/>
            <a:ext cx="91440" cy="9144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31" name="Text 28"/>
          <p:cNvSpPr/>
          <p:nvPr/>
        </p:nvSpPr>
        <p:spPr>
          <a:xfrm>
            <a:off x="347472" y="3063240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 v6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47472" y="3300984"/>
            <a:ext cx="2779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content types · Book attachment · Rich text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mode · Curated genre + mood 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"Inspired By" book tagging · Creator references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words are mine" attestation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precis-compose-v6.jsx (1,151L) — largest build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474720" y="3017520"/>
            <a:ext cx="5303520" cy="91440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34" name="Text 31"/>
          <p:cNvSpPr/>
          <p:nvPr/>
        </p:nvSpPr>
        <p:spPr>
          <a:xfrm>
            <a:off x="361188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loop: discover a book → read about it → react to it → share it. Every screen feeds back into the next. The Taste Graph learns from every interaction — shelving, reviewing, recommending, even which spoiler zones you open.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Layer + The Press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64008" cy="1371600"/>
          </a:xfrm>
          <a:prstGeom prst="rect">
            <a:avLst/>
          </a:prstGeom>
          <a:solidFill>
            <a:srgbClr val="C47232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Press — Original Work Discovery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surface for fiction, poetry, essays, flash prose. 4 tabs: Discover, Editor’s Picks, Trending, Browse by Tag. Curated genre/form tags + mood/texture tags. "Inspired By" book linking. "These words are mine" human attestation on every publish. AI community flagging. Poetry mode with stanza-aware rendering. Editor’s Picks covers prose, poetry, essays, AND books. Wired into all 19 navigable builds.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242316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v11 (928L)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16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tiers · Literary Bonds · Taste sparkline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292608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Clubs (360L)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116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Create/join · Scheduled goals · Discussion threads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342900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(419L)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116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challenges · Leaderboards · Ink rewards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393192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 (352L)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116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· Book sharing in-chat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17720" y="242316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Mentions (388L)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55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tracking · Context preview · Reply-in-place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17720" y="292608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25" name="Text 22"/>
          <p:cNvSpPr/>
          <p:nvPr/>
        </p:nvSpPr>
        <p:spPr>
          <a:xfrm>
            <a:off x="470916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(205L)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55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 · Ink milestones · Club updates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17720" y="342900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28" name="Text 25"/>
          <p:cNvSpPr/>
          <p:nvPr/>
        </p:nvSpPr>
        <p:spPr>
          <a:xfrm>
            <a:off x="470916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 (304L)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550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· Custom shelves · Status tracking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17720" y="3931920"/>
            <a:ext cx="4160520" cy="411480"/>
          </a:xfrm>
          <a:prstGeom prst="rect">
            <a:avLst/>
          </a:prstGeom>
          <a:solidFill>
            <a:srgbClr val="1E2235"/>
          </a:solidFill>
          <a:ln/>
        </p:spPr>
      </p:sp>
      <p:sp>
        <p:nvSpPr>
          <p:cNvPr id="31" name="Text 28"/>
          <p:cNvSpPr/>
          <p:nvPr/>
        </p:nvSpPr>
        <p:spPr>
          <a:xfrm>
            <a:off x="470916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 (392L)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550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Privacy · Theme · Notification controls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IP Layer — What Makes This Different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914400"/>
            <a:ext cx="54864" cy="777240"/>
          </a:xfrm>
          <a:prstGeom prst="rect">
            <a:avLst/>
          </a:prstGeom>
          <a:solidFill>
            <a:srgbClr val="C4723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Synopsis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0" y="9144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book analysis. 6 analytical lenses. Copyright Guard v1.2. Fiction/nonfiction toggle. Edition detection via OpenLibrary. Chrome extension (Compass v3) + platform integration. Shared module: precis-engine-shared.js (474L).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8412480" cy="77724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828800"/>
            <a:ext cx="54864" cy="777240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Graph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0" y="18288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action generates behavioral signal: shelving, reviewing, lens assignment, club membership, challenge completion, reading pace, tag preferences, spoiler engagement. Becomes a licensable B2B product for publishers. No competitor has this.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743200"/>
            <a:ext cx="8412480" cy="77724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2743200"/>
            <a:ext cx="54864" cy="7772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 Reputation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286000" y="27432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engagement currency: Fresh Ink (0) → Wet Ink (25) → Set Ink (100) → Deep Ink (500) → Indelible (2000). Badges on every post and profile. First-of-its-kind in literary social.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" y="3657600"/>
            <a:ext cx="54864" cy="7772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(Future)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86000" y="36576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Stored-value prepaid credits. Gift cards, in-app economy, float/yield at scale. Already built into all 9 legal documents — no rewrites needed when we ship it.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— What Exists, What You’d Build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4114800" cy="32004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— ready for you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19 screens, 12,097 LOC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5041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4-theme system (dark, light, sepia, editorial)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 — Original Work discovery surface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19156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nav wired across all 19 builds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 provider (AuthProvider.jsx)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23271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/ XSS (sanitization.js)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client w/ CSRF (secureApiClient.js)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27386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+ key rotation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2944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IDOR protection middleware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31501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security headers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3355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 Engine shared module (474L, 14 exports)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35615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(Compass v3)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720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card generation for social sharing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BUILDING — your domain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(unlocks 7 backend security files)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37760" y="15041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(your call)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93776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connecting 19 frontend screens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37760" y="19156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pipeline (CI/CD)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93776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Graph data pipeline + signal processing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937760" y="23271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(Compass personalization)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37760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 for Premium + Paper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937760" y="27386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OpenLibrary API (book metadata)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937760" y="2944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CSV import processing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37760" y="31501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layer (real-time messages, notifs)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937760" y="3355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mobile strategy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937760" y="35615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image optimization pipeline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93776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infrastructure (Elasticsearch / Algolia)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was built first, not retrofitted. You inherit a foundation — AuthProvider, sanitization, secureApiClient are plug-and-play today.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— 12 Channels, 3 Phases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advertising. Ever. Monetization must never compromise the platform’s identity.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2743200" cy="292608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75564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1755648"/>
            <a:ext cx="36576" cy="411480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175564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230428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2304288"/>
            <a:ext cx="36576" cy="411480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" y="230428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Commerce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4048" y="285292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16" name="Shape 13"/>
          <p:cNvSpPr/>
          <p:nvPr/>
        </p:nvSpPr>
        <p:spPr>
          <a:xfrm>
            <a:off x="384048" y="2852928"/>
            <a:ext cx="36576" cy="411480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" y="28529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Gifting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40156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19" name="Shape 16"/>
          <p:cNvSpPr/>
          <p:nvPr/>
        </p:nvSpPr>
        <p:spPr>
          <a:xfrm>
            <a:off x="384048" y="3401568"/>
            <a:ext cx="36576" cy="411480"/>
          </a:xfrm>
          <a:prstGeom prst="rect">
            <a:avLst/>
          </a:prstGeom>
          <a:solidFill>
            <a:srgbClr val="5B6FA3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" y="340156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Synopsis Generation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0" y="1234440"/>
            <a:ext cx="2743200" cy="292608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0" y="1234440"/>
            <a:ext cx="2743200" cy="34747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10128" y="175564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25" name="Shape 22"/>
          <p:cNvSpPr/>
          <p:nvPr/>
        </p:nvSpPr>
        <p:spPr>
          <a:xfrm>
            <a:off x="3310128" y="1755648"/>
            <a:ext cx="36576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6" name="Text 23"/>
          <p:cNvSpPr/>
          <p:nvPr/>
        </p:nvSpPr>
        <p:spPr>
          <a:xfrm>
            <a:off x="3456432" y="175564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Stored Value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310128" y="230428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28" name="Shape 25"/>
          <p:cNvSpPr/>
          <p:nvPr/>
        </p:nvSpPr>
        <p:spPr>
          <a:xfrm>
            <a:off x="3310128" y="2304288"/>
            <a:ext cx="36576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9" name="Text 26"/>
          <p:cNvSpPr/>
          <p:nvPr/>
        </p:nvSpPr>
        <p:spPr>
          <a:xfrm>
            <a:off x="3456432" y="230428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Book Subscription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310128" y="285292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31" name="Shape 28"/>
          <p:cNvSpPr/>
          <p:nvPr/>
        </p:nvSpPr>
        <p:spPr>
          <a:xfrm>
            <a:off x="3310128" y="2852928"/>
            <a:ext cx="36576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2" name="Text 29"/>
          <p:cNvSpPr/>
          <p:nvPr/>
        </p:nvSpPr>
        <p:spPr>
          <a:xfrm>
            <a:off x="3456432" y="28529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Author/Publisher Analytics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310128" y="340156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34" name="Shape 31"/>
          <p:cNvSpPr/>
          <p:nvPr/>
        </p:nvSpPr>
        <p:spPr>
          <a:xfrm>
            <a:off x="3310128" y="3401568"/>
            <a:ext cx="36576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5" name="Text 32"/>
          <p:cNvSpPr/>
          <p:nvPr/>
        </p:nvSpPr>
        <p:spPr>
          <a:xfrm>
            <a:off x="3456432" y="340156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Promoted Content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126480" y="1234440"/>
            <a:ext cx="2743200" cy="2926080"/>
          </a:xfrm>
          <a:prstGeom prst="rect">
            <a:avLst/>
          </a:prstGeom>
          <a:solidFill>
            <a:srgbClr val="1A1D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126480" y="1234440"/>
            <a:ext cx="2743200" cy="34747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8" name="Text 35"/>
          <p:cNvSpPr/>
          <p:nvPr/>
        </p:nvSpPr>
        <p:spPr>
          <a:xfrm>
            <a:off x="612648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236208" y="175564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0" name="Shape 37"/>
          <p:cNvSpPr/>
          <p:nvPr/>
        </p:nvSpPr>
        <p:spPr>
          <a:xfrm>
            <a:off x="6236208" y="1755648"/>
            <a:ext cx="36576" cy="41148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41" name="Text 38"/>
          <p:cNvSpPr/>
          <p:nvPr/>
        </p:nvSpPr>
        <p:spPr>
          <a:xfrm>
            <a:off x="6382512" y="175564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Graph Enterprise API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236208" y="230428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3" name="Shape 40"/>
          <p:cNvSpPr/>
          <p:nvPr/>
        </p:nvSpPr>
        <p:spPr>
          <a:xfrm>
            <a:off x="6236208" y="2304288"/>
            <a:ext cx="36576" cy="41148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44" name="Text 41"/>
          <p:cNvSpPr/>
          <p:nvPr/>
        </p:nvSpPr>
        <p:spPr>
          <a:xfrm>
            <a:off x="6382512" y="230428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Literary Sponsorships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236208" y="285292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6" name="Shape 43"/>
          <p:cNvSpPr/>
          <p:nvPr/>
        </p:nvSpPr>
        <p:spPr>
          <a:xfrm>
            <a:off x="6236208" y="2852928"/>
            <a:ext cx="36576" cy="41148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47" name="Text 44"/>
          <p:cNvSpPr/>
          <p:nvPr/>
        </p:nvSpPr>
        <p:spPr>
          <a:xfrm>
            <a:off x="6382512" y="28529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Club Premium Features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236208" y="3401568"/>
            <a:ext cx="2523744" cy="41148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9" name="Shape 46"/>
          <p:cNvSpPr/>
          <p:nvPr/>
        </p:nvSpPr>
        <p:spPr>
          <a:xfrm>
            <a:off x="6236208" y="3401568"/>
            <a:ext cx="36576" cy="41148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50" name="Text 47"/>
          <p:cNvSpPr/>
          <p:nvPr/>
        </p:nvSpPr>
        <p:spPr>
          <a:xfrm>
            <a:off x="6382512" y="340156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Yield Income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Fable raised $28.8M with 2 revenue channels and burned through it. We have 12 from day one.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Boring Stuff That’s Already Done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wouldn’t be joining chaos. The legal architecture, corporate structure, and IP protection are already built.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4114800" cy="256032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Structure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Technologies, Inc.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C-corp. Holds all IP. Investor-facing.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Social, LLC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opco. Runs the platform. All contracts here.
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licensed Technologies → Social. All new IP auto-assigns to holding company. Arm’s-length dealing in both governing docs.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114800" cy="256032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9-Document Legal Suite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37760" y="17373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17373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License Agreement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19659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19659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Checklist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37760" y="21945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21945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Bylaws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24231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24231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Agreement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37760" y="26517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26517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Resolution Framework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28803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28803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IP Assignment (DTSA)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937760" y="31089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31089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Publisher/Author Partnership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37760" y="33375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0" y="33375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v2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937760" y="3566160"/>
            <a:ext cx="45720" cy="16459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0" y="35661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v2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937760" y="3840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27-point validation. Under attorney review.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not looking for an employee. I’m looking for a co-founder — someone who owns the technical vision the same way I own the product vision.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8412480" cy="65836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538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Title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77440" y="14173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of Précis Social, LLC — full technical ownership of the operating company. Architecture decisions, infrastructure, deployment, and eventually engineering team.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2194560"/>
            <a:ext cx="8412480" cy="65836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23113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Equity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7440" y="219456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restricted stock in Précis Technologies, Inc. (the parent / holding company) at signing with standard 4-year vesting and 1-year cliff. Plus an additional 5% earned upon a defined period of sustained, dedicated growth and execution — 10% total of the holding company.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971800"/>
            <a:ext cx="8412480" cy="65836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00837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That Means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7440" y="29718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a piece of the IP, the Taste Graph, the trademarks, the Synopsis Engine — everything. Your operational role is at Social, but your equity is in Technologies where long-term value accrues. If the company raises or exits, your 10% participates directly.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3749040"/>
            <a:ext cx="8412480" cy="658368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78561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Inherit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77440" y="374904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12,097 lines of working React code. 19 connected screens. 10-file security module. 9-doc legal suite. 12-channel monetization strategy. Zero technical debt. A product that exists — not a pitch that doesn’t.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Restricted stock agreement, vesting schedule, and performance milestones are conversations for us + lawyers.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We’d Ship Together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77240" y="1024128"/>
            <a:ext cx="182880" cy="182880"/>
          </a:xfrm>
          <a:prstGeom prst="ellipse">
            <a:avLst/>
          </a:prstGeom>
          <a:solidFill>
            <a:srgbClr val="5B6FA3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1207008"/>
            <a:ext cx="54864" cy="713232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9456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97280" y="1234440"/>
            <a:ext cx="7315200" cy="45720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1234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+ DB architecture. Production deployment. Connect 19 builds into unified app. Goodreads import pipeline.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" y="1938528"/>
            <a:ext cx="182880" cy="18288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2121408"/>
            <a:ext cx="54864" cy="713232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9456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2148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launch (waitlist → beta). Core features live: Feed, Shelf, Compass, The Press, Book Clubs, Ink. Publisher partnership pilots.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2852928"/>
            <a:ext cx="182880" cy="1828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8" name="Shape 15"/>
          <p:cNvSpPr/>
          <p:nvPr/>
        </p:nvSpPr>
        <p:spPr>
          <a:xfrm>
            <a:off x="841248" y="3035808"/>
            <a:ext cx="54864" cy="713232"/>
          </a:xfrm>
          <a:prstGeom prst="rect">
            <a:avLst/>
          </a:prstGeom>
          <a:solidFill>
            <a:srgbClr val="2A2D3A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9456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22" name="Text 19"/>
          <p:cNvSpPr/>
          <p:nvPr/>
        </p:nvSpPr>
        <p:spPr>
          <a:xfrm>
            <a:off x="1234440" y="30632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registration. Premium subscription. Affiliate commerce. AI Synopsis in production. BookTok influencer seeding. Reading Wrapped.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7240" y="3767328"/>
            <a:ext cx="182880" cy="182880"/>
          </a:xfrm>
          <a:prstGeom prst="ellipse">
            <a:avLst/>
          </a:prstGeom>
          <a:solidFill>
            <a:srgbClr val="F5F0E8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9456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97280" y="3977640"/>
            <a:ext cx="7315200" cy="45720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27" name="Text 24"/>
          <p:cNvSpPr/>
          <p:nvPr/>
        </p:nvSpPr>
        <p:spPr>
          <a:xfrm>
            <a:off x="1234440" y="3977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stored-value system. Mobile apps (React Native). Taste Graph enterprise API. Curated book subscription. 100K+ target.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8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PRÉCIS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1371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exists. The legal exists. The strategy exists.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missing is the person who turns it into infrastructure.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Sean  —  Founder &amp; CEO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Technologies, Inc.  ·  Confidential — March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125212"/>
            <a:ext cx="9144000" cy="18288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—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Précis — CTO Partnership Offer</dc:title>
  <dc:subject>PptxGenJS Presentation</dc:subject>
  <dc:creator>Sean</dc:creator>
  <cp:lastModifiedBy>Sean</cp:lastModifiedBy>
  <cp:revision>1</cp:revision>
  <dcterms:created xsi:type="dcterms:W3CDTF">2026-03-18T21:28:38Z</dcterms:created>
  <dcterms:modified xsi:type="dcterms:W3CDTF">2026-03-18T21:28:38Z</dcterms:modified>
</cp:coreProperties>
</file>